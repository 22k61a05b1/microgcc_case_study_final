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76E17-13F4-4303-9877-3F158796264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2D9EE-850C-4FC7-86F9-763629FC62C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3001"/>
            <a:ext cx="8153400" cy="245745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RETAIL SALES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FORECASTING SYSTEM Using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Machine Learning Models and Flask API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 smtClean="0">
                <a:solidFill>
                  <a:schemeClr val="tx1"/>
                </a:solidFill>
              </a:rPr>
              <a:t>Name    :   </a:t>
            </a:r>
            <a:r>
              <a:rPr lang="en-US" sz="2000" dirty="0" err="1" smtClean="0">
                <a:solidFill>
                  <a:schemeClr val="tx1"/>
                </a:solidFill>
              </a:rPr>
              <a:t>N.Srija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Kiran</a:t>
            </a:r>
            <a:r>
              <a:rPr lang="en-US" sz="2000" dirty="0" smtClean="0">
                <a:solidFill>
                  <a:schemeClr val="tx1"/>
                </a:solidFill>
              </a:rPr>
              <a:t/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College : </a:t>
            </a:r>
            <a:r>
              <a:rPr lang="en-US" sz="2000" dirty="0" err="1" smtClean="0">
                <a:solidFill>
                  <a:schemeClr val="tx1"/>
                </a:solidFill>
              </a:rPr>
              <a:t>Sasi</a:t>
            </a:r>
            <a:r>
              <a:rPr lang="en-US" sz="2000" dirty="0" smtClean="0">
                <a:solidFill>
                  <a:schemeClr val="tx1"/>
                </a:solidFill>
              </a:rPr>
              <a:t> Institute of Technology and Engineering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Retail businesses depend heavily on accurate sales forecasting for planning inventory, managing supply chains, and improving profitability.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However, sales patterns are influenced by multiple factors such as seasonality, demand fluctuations, and market trends, making prediction difficult.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project develops an intelligent forecasting system using machine learning models to predict future retail sales and expose results through a Flask-based REST API.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Autofit/>
          </a:bodyPr>
          <a:lstStyle/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Retail companies often face challenges in predicting future sales accurately due to: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Seasonal variations in demand 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Unpredictable customer behavior 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Lack of advanced forecasting tools 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Manual forecasting errors 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Poor forecasting leads to: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Overstocking 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Stock shortages 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Financial losses </a:t>
            </a:r>
          </a:p>
          <a:p>
            <a:pPr>
              <a:buNone/>
            </a:pP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Aim: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1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To build an automated forecasting system that predicts future sales using historical data and machine learning models.</a:t>
            </a:r>
          </a:p>
          <a:p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analyze historical retail sales data </a:t>
            </a:r>
          </a:p>
          <a:p>
            <a:r>
              <a:rPr lang="en-US" dirty="0" smtClean="0"/>
              <a:t>To apply machine learning models for forecasting </a:t>
            </a:r>
          </a:p>
          <a:p>
            <a:r>
              <a:rPr lang="en-US" dirty="0" smtClean="0"/>
              <a:t>To compare model performance using RMSE </a:t>
            </a:r>
          </a:p>
          <a:p>
            <a:r>
              <a:rPr lang="en-US" dirty="0" smtClean="0"/>
              <a:t>To generate 8-week future sales predictions </a:t>
            </a:r>
          </a:p>
          <a:p>
            <a:r>
              <a:rPr lang="en-US" dirty="0" smtClean="0"/>
              <a:t>To deploy predictions using Flask REST API </a:t>
            </a:r>
          </a:p>
          <a:p>
            <a:r>
              <a:rPr lang="en-US" dirty="0" smtClean="0"/>
              <a:t>To provide real-time JSON output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The following technologies were used:</a:t>
            </a:r>
          </a:p>
          <a:p>
            <a:r>
              <a:rPr lang="en-US" dirty="0" smtClean="0"/>
              <a:t>Python (Core programming language) </a:t>
            </a:r>
          </a:p>
          <a:p>
            <a:r>
              <a:rPr lang="en-US" dirty="0" smtClean="0"/>
              <a:t>Pandas &amp; </a:t>
            </a:r>
            <a:r>
              <a:rPr lang="en-US" dirty="0" err="1" smtClean="0"/>
              <a:t>NumPy</a:t>
            </a:r>
            <a:r>
              <a:rPr lang="en-US" dirty="0" smtClean="0"/>
              <a:t> (Data processing) </a:t>
            </a:r>
          </a:p>
          <a:p>
            <a:r>
              <a:rPr lang="en-US" dirty="0" err="1" smtClean="0"/>
              <a:t>Matplotlib</a:t>
            </a:r>
            <a:r>
              <a:rPr lang="en-US" dirty="0" smtClean="0"/>
              <a:t> &amp; </a:t>
            </a:r>
            <a:r>
              <a:rPr lang="en-US" dirty="0" err="1" smtClean="0"/>
              <a:t>Seaborn</a:t>
            </a:r>
            <a:r>
              <a:rPr lang="en-US" dirty="0" smtClean="0"/>
              <a:t> (Visualization) </a:t>
            </a:r>
          </a:p>
          <a:p>
            <a:r>
              <a:rPr lang="en-US" dirty="0" err="1" smtClean="0"/>
              <a:t>Scikit</a:t>
            </a:r>
            <a:r>
              <a:rPr lang="en-US" dirty="0" smtClean="0"/>
              <a:t>-learn (Machine learning) </a:t>
            </a:r>
          </a:p>
          <a:p>
            <a:r>
              <a:rPr lang="en-US" dirty="0" err="1" smtClean="0"/>
              <a:t>Statsmodels</a:t>
            </a:r>
            <a:r>
              <a:rPr lang="en-US" dirty="0" smtClean="0"/>
              <a:t> (Time-series models) </a:t>
            </a:r>
          </a:p>
          <a:p>
            <a:r>
              <a:rPr lang="en-US" dirty="0" err="1" smtClean="0"/>
              <a:t>Facebook</a:t>
            </a:r>
            <a:r>
              <a:rPr lang="en-US" dirty="0" smtClean="0"/>
              <a:t> Prophet (Forecasting model) </a:t>
            </a:r>
          </a:p>
          <a:p>
            <a:r>
              <a:rPr lang="en-US" dirty="0" smtClean="0"/>
              <a:t>Flask (REST API development)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dataset consists of historical retail sales data stored in Excel format.</a:t>
            </a:r>
          </a:p>
          <a:p>
            <a:r>
              <a:rPr lang="en-US" b="1" dirty="0" smtClean="0"/>
              <a:t>Key Features:</a:t>
            </a:r>
          </a:p>
          <a:p>
            <a:r>
              <a:rPr lang="en-US" dirty="0" smtClean="0"/>
              <a:t>Weekly sales data </a:t>
            </a:r>
          </a:p>
          <a:p>
            <a:r>
              <a:rPr lang="en-US" dirty="0" smtClean="0"/>
              <a:t>Multiple states (Texas, California, etc.) </a:t>
            </a:r>
          </a:p>
          <a:p>
            <a:r>
              <a:rPr lang="en-US" dirty="0" smtClean="0"/>
              <a:t>Time-series structured data </a:t>
            </a:r>
          </a:p>
          <a:p>
            <a:pPr>
              <a:buNone/>
            </a:pPr>
            <a:r>
              <a:rPr lang="en-US" b="1" dirty="0" smtClean="0"/>
              <a:t>Purpose:</a:t>
            </a:r>
          </a:p>
          <a:p>
            <a:pPr algn="just"/>
            <a:r>
              <a:rPr lang="en-US" dirty="0" smtClean="0"/>
              <a:t>The dataset is used to identify patterns, trends, and seasonal variations in sales to train forecasting models.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1162050"/>
          </a:xfrm>
        </p:spPr>
        <p:txBody>
          <a:bodyPr>
            <a:noAutofit/>
          </a:bodyPr>
          <a:lstStyle/>
          <a:p>
            <a:r>
              <a:rPr lang="en-US" sz="3600" dirty="0" smtClean="0"/>
              <a:t>SYSTEM METHODOLOGY &amp; ARCHITECTURE</a:t>
            </a:r>
            <a:endParaRPr lang="en-US" sz="3600" dirty="0"/>
          </a:p>
        </p:txBody>
      </p:sp>
      <p:pic>
        <p:nvPicPr>
          <p:cNvPr id="5" name="Content Placeholder 4" descr="ChatGPT Image May 7, 2026, 10_23_10 PM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050" y="1295401"/>
            <a:ext cx="5264150" cy="4495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project follows a structured machine learning pipeline: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Data Collection 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Data Preprocessing (handling missing values, formatting) 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Feature Engineering (lag features, rolling averages) 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Model Training 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Model Evaluation using RMSE 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Best Model Selection 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Forecast Generation (8 weeks) 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API Deployment using Flask</a:t>
            </a:r>
          </a:p>
          <a:p>
            <a:pPr>
              <a:buFont typeface="Arial" pitchFamily="34" charset="0"/>
              <a:buChar char="•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Multiple forecasting models were implemented:</a:t>
            </a:r>
          </a:p>
          <a:p>
            <a:r>
              <a:rPr lang="en-US" dirty="0" smtClean="0"/>
              <a:t>SARIMA (Seasonal ARIMA) </a:t>
            </a:r>
          </a:p>
          <a:p>
            <a:r>
              <a:rPr lang="en-US" dirty="0" err="1" smtClean="0"/>
              <a:t>Facebook</a:t>
            </a:r>
            <a:r>
              <a:rPr lang="en-US" dirty="0" smtClean="0"/>
              <a:t> Prophet </a:t>
            </a:r>
          </a:p>
          <a:p>
            <a:r>
              <a:rPr lang="en-US" dirty="0" err="1" smtClean="0"/>
              <a:t>XGBoost</a:t>
            </a:r>
            <a:r>
              <a:rPr lang="en-US" dirty="0" smtClean="0"/>
              <a:t> </a:t>
            </a:r>
            <a:r>
              <a:rPr lang="en-US" dirty="0" err="1" smtClean="0"/>
              <a:t>Regressor</a:t>
            </a:r>
            <a:r>
              <a:rPr lang="en-US" dirty="0" smtClean="0"/>
              <a:t> </a:t>
            </a:r>
          </a:p>
          <a:p>
            <a:r>
              <a:rPr lang="en-US" dirty="0" smtClean="0"/>
              <a:t>LSTM (Deep Learning model) </a:t>
            </a:r>
          </a:p>
          <a:p>
            <a:r>
              <a:rPr lang="en-US" dirty="0" smtClean="0"/>
              <a:t>Each model was evaluated using RMSE (Root Mean Squared Error), and the best-performing model was selected for final predictions.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OUTPUTS GENERATED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system produces the following outputs:</a:t>
            </a:r>
          </a:p>
          <a:p>
            <a:r>
              <a:rPr lang="en-US" dirty="0" smtClean="0"/>
              <a:t>8-week future sales forecasts </a:t>
            </a:r>
          </a:p>
          <a:p>
            <a:r>
              <a:rPr lang="en-US" dirty="0" smtClean="0"/>
              <a:t>Model performance comparison (RMSE) </a:t>
            </a:r>
          </a:p>
          <a:p>
            <a:r>
              <a:rPr lang="en-US" dirty="0" smtClean="0"/>
              <a:t>Best model selection results </a:t>
            </a:r>
          </a:p>
          <a:p>
            <a:r>
              <a:rPr lang="en-US" dirty="0" smtClean="0"/>
              <a:t>CSV files with predictions </a:t>
            </a:r>
          </a:p>
          <a:p>
            <a:r>
              <a:rPr lang="en-US" dirty="0" smtClean="0"/>
              <a:t>Forecast visualization graphs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FLASK API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A REST API is developed using Flask to serve predictions.</a:t>
            </a:r>
          </a:p>
          <a:p>
            <a:pPr>
              <a:buNone/>
            </a:pPr>
            <a:r>
              <a:rPr lang="en-US" b="1" dirty="0" smtClean="0"/>
              <a:t>API Endpoint:</a:t>
            </a:r>
          </a:p>
          <a:p>
            <a:pPr>
              <a:buNone/>
            </a:pPr>
            <a:r>
              <a:rPr lang="en-US" dirty="0" smtClean="0"/>
              <a:t>/predict/&lt;state&gt;</a:t>
            </a:r>
          </a:p>
          <a:p>
            <a:pPr>
              <a:buNone/>
            </a:pPr>
            <a:r>
              <a:rPr lang="en-US" b="1" dirty="0" smtClean="0"/>
              <a:t>Example:</a:t>
            </a:r>
          </a:p>
          <a:p>
            <a:pPr>
              <a:buNone/>
            </a:pPr>
            <a:r>
              <a:rPr lang="en-US" dirty="0" smtClean="0"/>
              <a:t>http://127.0.0.1:5000/predict/Texas</a:t>
            </a:r>
          </a:p>
          <a:p>
            <a:pPr>
              <a:buNone/>
            </a:pPr>
            <a:r>
              <a:rPr lang="en-US" b="1" dirty="0" smtClean="0"/>
              <a:t>Response Format:</a:t>
            </a:r>
          </a:p>
          <a:p>
            <a:pPr>
              <a:buNone/>
            </a:pP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"state": "Texas",</a:t>
            </a:r>
            <a:br>
              <a:rPr lang="en-US" dirty="0" smtClean="0"/>
            </a:br>
            <a:r>
              <a:rPr lang="en-US" dirty="0" smtClean="0"/>
              <a:t>"forecast": [</a:t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"Week": 1,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Predicted_Sales</a:t>
            </a:r>
            <a:r>
              <a:rPr lang="en-US" dirty="0" smtClean="0"/>
              <a:t>": 936914300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]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This enables real-time forecasting access.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pi_terminal.pn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4800" y="533400"/>
            <a:ext cx="4038600" cy="2895600"/>
          </a:xfrm>
        </p:spPr>
      </p:pic>
      <p:pic>
        <p:nvPicPr>
          <p:cNvPr id="6" name="Content Placeholder 5" descr="csv_and_plots.png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8200" y="609600"/>
            <a:ext cx="4038600" cy="2743200"/>
          </a:xfrm>
        </p:spPr>
      </p:pic>
      <p:pic>
        <p:nvPicPr>
          <p:cNvPr id="7" name="Picture 6" descr="forecast_api_texa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76800" y="3505200"/>
            <a:ext cx="4114800" cy="3200400"/>
          </a:xfrm>
          <a:prstGeom prst="rect">
            <a:avLst/>
          </a:prstGeom>
        </p:spPr>
      </p:pic>
      <p:pic>
        <p:nvPicPr>
          <p:cNvPr id="8" name="Picture 7" descr="terminal_out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810000"/>
            <a:ext cx="40386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rmse_chart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533400"/>
            <a:ext cx="5181600" cy="2667000"/>
          </a:xfrm>
          <a:prstGeom prst="rect">
            <a:avLst/>
          </a:prstGeom>
        </p:spPr>
      </p:pic>
      <p:pic>
        <p:nvPicPr>
          <p:cNvPr id="6" name="Picture 5" descr="Illinois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14800"/>
            <a:ext cx="4572000" cy="1981200"/>
          </a:xfrm>
          <a:prstGeom prst="rect">
            <a:avLst/>
          </a:prstGeom>
        </p:spPr>
      </p:pic>
      <p:pic>
        <p:nvPicPr>
          <p:cNvPr id="7" name="Picture 6" descr="Texas_fore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038600"/>
            <a:ext cx="4495800" cy="2247900"/>
          </a:xfrm>
          <a:prstGeom prst="rect">
            <a:avLst/>
          </a:prstGeom>
        </p:spPr>
      </p:pic>
      <p:pic>
        <p:nvPicPr>
          <p:cNvPr id="8" name="Picture 7" descr="California_foreca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838200"/>
            <a:ext cx="38100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Forecasting system successfully predicts future sales </a:t>
            </a:r>
          </a:p>
          <a:p>
            <a:r>
              <a:rPr lang="en-US" dirty="0" smtClean="0"/>
              <a:t>Multiple models compared using RMSE </a:t>
            </a:r>
          </a:p>
          <a:p>
            <a:r>
              <a:rPr lang="en-US" dirty="0" smtClean="0"/>
              <a:t>Flask API returns real-time predictions </a:t>
            </a:r>
          </a:p>
          <a:p>
            <a:r>
              <a:rPr lang="en-US" dirty="0" smtClean="0"/>
              <a:t>Outputs include CSV files and visualization graphs</a:t>
            </a:r>
          </a:p>
          <a:p>
            <a:r>
              <a:rPr lang="en-US" dirty="0" smtClean="0"/>
              <a:t> System works for multiple states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FUTURE ENHANCEMENTS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Integration with real-time streaming data </a:t>
            </a:r>
          </a:p>
          <a:p>
            <a:r>
              <a:rPr lang="en-US" dirty="0" smtClean="0"/>
              <a:t>Cloud deployment (AWS / Azure / GCP) </a:t>
            </a:r>
          </a:p>
          <a:p>
            <a:r>
              <a:rPr lang="en-US" dirty="0" smtClean="0"/>
              <a:t>Advanced deep learning optimization </a:t>
            </a:r>
          </a:p>
          <a:p>
            <a:r>
              <a:rPr lang="en-US" dirty="0" smtClean="0"/>
              <a:t>Interactive dashboard (Power BI / </a:t>
            </a:r>
            <a:r>
              <a:rPr lang="en-US" dirty="0" err="1" smtClean="0"/>
              <a:t>Streamlit</a:t>
            </a:r>
            <a:r>
              <a:rPr lang="en-US" dirty="0" smtClean="0"/>
              <a:t>) </a:t>
            </a:r>
          </a:p>
          <a:p>
            <a:r>
              <a:rPr lang="en-US" dirty="0" smtClean="0"/>
              <a:t>Auto model retraining system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project successfully demonstrates an end-to-end machine learning system for retail sales forecasting.</a:t>
            </a:r>
          </a:p>
          <a:p>
            <a:r>
              <a:rPr lang="en-US" dirty="0" smtClean="0"/>
              <a:t>It integrates multiple forecasting models, evaluates their performance, and deploys the best model using a Flask REST API.</a:t>
            </a:r>
          </a:p>
          <a:p>
            <a:r>
              <a:rPr lang="en-US" dirty="0" smtClean="0"/>
              <a:t>The system is scalable, efficient, and suitable for real-world business applications.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/>
              <a:t>   </a:t>
            </a:r>
          </a:p>
          <a:p>
            <a:pPr>
              <a:buNone/>
            </a:pPr>
            <a:r>
              <a:rPr lang="en-US" sz="7200" dirty="0"/>
              <a:t> </a:t>
            </a:r>
            <a:r>
              <a:rPr lang="en-US" sz="7200" dirty="0" smtClean="0"/>
              <a:t>        Thank You!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531</Words>
  <Application>Microsoft Office PowerPoint</Application>
  <PresentationFormat>On-screen Show (4:3)</PresentationFormat>
  <Paragraphs>92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  RETAIL SALES FORECASTING SYSTEM Using Machine Learning Models and Flask API </vt:lpstr>
      <vt:lpstr>INTRODUCTION</vt:lpstr>
      <vt:lpstr>PROBLEM STATEMENT</vt:lpstr>
      <vt:lpstr>OBJECTIVES</vt:lpstr>
      <vt:lpstr>TECHNOLOGY STACK</vt:lpstr>
      <vt:lpstr>DATASET DESCRIPTION</vt:lpstr>
      <vt:lpstr>SYSTEM METHODOLOGY &amp; ARCHITECTURE</vt:lpstr>
      <vt:lpstr>MODELS USED</vt:lpstr>
      <vt:lpstr>OUTPUTS GENERATED</vt:lpstr>
      <vt:lpstr>FLASK API IMPLEMENTATION</vt:lpstr>
      <vt:lpstr>Slide 11</vt:lpstr>
      <vt:lpstr>Slide 12</vt:lpstr>
      <vt:lpstr>RESULTS</vt:lpstr>
      <vt:lpstr> FUTURE ENHANCEMENTS </vt:lpstr>
      <vt:lpstr>CONCLUSION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FORECASTING SYSTEM Using Machine Learning Models and Flask API</dc:title>
  <dc:creator>NSP</dc:creator>
  <cp:lastModifiedBy>NSP</cp:lastModifiedBy>
  <cp:revision>3</cp:revision>
  <dcterms:created xsi:type="dcterms:W3CDTF">2026-05-07T17:41:15Z</dcterms:created>
  <dcterms:modified xsi:type="dcterms:W3CDTF">2026-05-07T18:07:18Z</dcterms:modified>
</cp:coreProperties>
</file>